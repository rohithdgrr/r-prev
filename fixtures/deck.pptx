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—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Deck — Slide 1 — n/p to paginate. Bullet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 — Features — n/p to paginate. Bullet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 — End — n/p to paginate. Bullet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